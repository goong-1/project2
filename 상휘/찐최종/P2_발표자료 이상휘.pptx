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65" r:id="rId3"/>
    <p:sldId id="276" r:id="rId4"/>
    <p:sldId id="267" r:id="rId5"/>
    <p:sldId id="27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69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70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3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94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97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03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745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67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68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73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78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222"/>
          </a:xfrm>
        </p:spPr>
        <p:txBody>
          <a:bodyPr>
            <a:normAutofit/>
          </a:bodyPr>
          <a:lstStyle/>
          <a:p>
            <a:r>
              <a:rPr lang="ko-KR" altLang="en-US" sz="2800" dirty="0" smtClean="0"/>
              <a:t>시스템 </a:t>
            </a:r>
            <a:r>
              <a:rPr lang="ko-KR" altLang="en-US" sz="2800" dirty="0" err="1" smtClean="0"/>
              <a:t>아키텍쳐</a:t>
            </a:r>
            <a:endParaRPr lang="ko-KR" altLang="en-US" sz="28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77" y="889233"/>
            <a:ext cx="10106346" cy="587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0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607804" cy="406662"/>
          </a:xfrm>
        </p:spPr>
        <p:txBody>
          <a:bodyPr>
            <a:normAutofit fontScale="90000"/>
          </a:bodyPr>
          <a:lstStyle/>
          <a:p>
            <a:r>
              <a:rPr lang="ko-KR" altLang="en-US" sz="2800" dirty="0" smtClean="0"/>
              <a:t>라인 인식</a:t>
            </a:r>
            <a:endParaRPr lang="ko-KR" alt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671119" y="1174459"/>
            <a:ext cx="11216081" cy="5134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41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73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좌회전 </a:t>
            </a:r>
            <a:endParaRPr lang="ko-KR" altLang="en-US" dirty="0"/>
          </a:p>
        </p:txBody>
      </p:sp>
      <p:pic>
        <p:nvPicPr>
          <p:cNvPr id="3" name="333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58846" y="0"/>
            <a:ext cx="3886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1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"/>
            <a:ext cx="8003097" cy="864066"/>
          </a:xfrm>
        </p:spPr>
        <p:txBody>
          <a:bodyPr>
            <a:normAutofit/>
          </a:bodyPr>
          <a:lstStyle/>
          <a:p>
            <a:r>
              <a:rPr lang="ko-KR" altLang="en-US" sz="2800" dirty="0" smtClean="0"/>
              <a:t>주요 트러블 슈팅 </a:t>
            </a:r>
            <a:endParaRPr lang="ko-KR" alt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00668" y="964734"/>
            <a:ext cx="12013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검은색 차선 인식</a:t>
            </a:r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14" y="1337251"/>
            <a:ext cx="3707934" cy="23846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46165" y="1988731"/>
            <a:ext cx="5318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HSV </a:t>
            </a:r>
            <a:r>
              <a:rPr lang="ko-KR" altLang="en-US" dirty="0" err="1" smtClean="0"/>
              <a:t>마스킹을</a:t>
            </a:r>
            <a:r>
              <a:rPr lang="ko-KR" altLang="en-US" dirty="0" smtClean="0"/>
              <a:t> 아무리 타이트하게 해도 그림자와 검은 선을 혼동</a:t>
            </a:r>
            <a:r>
              <a:rPr lang="en-US" altLang="ko-KR" dirty="0" smtClean="0"/>
              <a:t>,</a:t>
            </a:r>
            <a:r>
              <a:rPr lang="ko-KR" altLang="en-US" dirty="0" smtClean="0"/>
              <a:t> 차선을 찾지 못함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14" y="3853780"/>
            <a:ext cx="3707934" cy="2724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46165" y="4721079"/>
            <a:ext cx="6778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검은선에</a:t>
            </a:r>
            <a:r>
              <a:rPr lang="ko-KR" altLang="en-US" dirty="0" smtClean="0"/>
              <a:t> 대해  </a:t>
            </a:r>
            <a:r>
              <a:rPr lang="en-US" altLang="ko-KR" dirty="0" smtClean="0"/>
              <a:t>CLAHE, </a:t>
            </a:r>
            <a:r>
              <a:rPr lang="ko-KR" altLang="en-US" dirty="0" err="1" smtClean="0"/>
              <a:t>적응형</a:t>
            </a:r>
            <a:r>
              <a:rPr lang="ko-KR" altLang="en-US" dirty="0" smtClean="0"/>
              <a:t> 이진화 적용 </a:t>
            </a:r>
            <a:endParaRPr lang="en-US" altLang="ko-KR" dirty="0" smtClean="0"/>
          </a:p>
          <a:p>
            <a:r>
              <a:rPr lang="ko-KR" altLang="en-US" dirty="0" smtClean="0"/>
              <a:t>조명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그림자의 변화에도 강건하게 </a:t>
            </a:r>
            <a:r>
              <a:rPr lang="ko-KR" altLang="en-US" dirty="0" err="1" smtClean="0"/>
              <a:t>검은선</a:t>
            </a:r>
            <a:r>
              <a:rPr lang="ko-KR" altLang="en-US" dirty="0" smtClean="0"/>
              <a:t> 검출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22613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38</Words>
  <Application>Microsoft Office PowerPoint</Application>
  <PresentationFormat>와이드스크린</PresentationFormat>
  <Paragraphs>8</Paragraphs>
  <Slides>5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시스템 아키텍쳐</vt:lpstr>
      <vt:lpstr>라인 인식</vt:lpstr>
      <vt:lpstr>PowerPoint 프레젠테이션</vt:lpstr>
      <vt:lpstr>좌회전 </vt:lpstr>
      <vt:lpstr>주요 트러블 슈팅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21</cp:revision>
  <dcterms:created xsi:type="dcterms:W3CDTF">2026-06-08T02:18:34Z</dcterms:created>
  <dcterms:modified xsi:type="dcterms:W3CDTF">2026-06-08T08:49:18Z</dcterms:modified>
</cp:coreProperties>
</file>