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노드 구성 &amp; 데이터 흐름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 ·  Raspberry Pi 4  +  PC (WSL2)  +  ESP32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" y="676656"/>
            <a:ext cx="2212848" cy="4224528"/>
          </a:xfrm>
          <a:prstGeom prst="rect">
            <a:avLst/>
          </a:prstGeom>
          <a:solidFill>
            <a:srgbClr val="0C2340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304" y="740664"/>
            <a:ext cx="20665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Raspberry Pi 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87168" y="676656"/>
            <a:ext cx="4965192" cy="4224528"/>
          </a:xfrm>
          <a:prstGeom prst="rect">
            <a:avLst/>
          </a:prstGeom>
          <a:solidFill>
            <a:srgbClr val="0A1F35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740664"/>
            <a:ext cx="4818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PC  (WSL2 · RTX 4060)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26680" y="676656"/>
            <a:ext cx="1344168" cy="4224528"/>
          </a:xfrm>
          <a:prstGeom prst="rect">
            <a:avLst/>
          </a:prstGeom>
          <a:solidFill>
            <a:srgbClr val="0F2A1A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99832" y="740664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ESP32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37160" y="1078992"/>
            <a:ext cx="2084832" cy="768096"/>
          </a:xfrm>
          <a:prstGeom prst="rect">
            <a:avLst/>
          </a:prstGeom>
          <a:solidFill>
            <a:srgbClr val="1E4976"/>
          </a:solidFill>
          <a:ln/>
          <a:effectLst>
            <a:outerShdw sx="100000" sy="100000" kx="0" ky="0" algn="bl" rotWithShape="0" blurRad="635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10312" y="1124712"/>
            <a:ext cx="1938528" cy="291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cam_image_node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" y="1401592"/>
            <a:ext cx="1901952" cy="399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V4L2  640×480 @30fps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JPEG 압축 → LAN 발행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37160" y="2066544"/>
            <a:ext cx="2084832" cy="768096"/>
          </a:xfrm>
          <a:prstGeom prst="rect">
            <a:avLst/>
          </a:prstGeom>
          <a:solidFill>
            <a:srgbClr val="1E4976"/>
          </a:solidFill>
          <a:ln/>
          <a:effectLst>
            <a:outerShdw sx="100000" sy="100000" kx="0" ky="0" algn="bl" rotWithShape="0" blurRad="635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10312" y="2112264"/>
            <a:ext cx="1938528" cy="291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lidar_node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8600" y="2389144"/>
            <a:ext cx="1901952" cy="399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 D200  전방 30° 스캔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장애물 0.4m 임계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37160" y="3054096"/>
            <a:ext cx="2084832" cy="768096"/>
          </a:xfrm>
          <a:prstGeom prst="rect">
            <a:avLst/>
          </a:prstGeom>
          <a:solidFill>
            <a:srgbClr val="1E4976"/>
          </a:solidFill>
          <a:ln/>
          <a:effectLst>
            <a:outerShdw sx="100000" sy="100000" kx="0" ky="0" algn="bl" rotWithShape="0" blurRad="635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10312" y="3099816"/>
            <a:ext cx="1938528" cy="291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bridge_node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28600" y="3376696"/>
            <a:ext cx="1901952" cy="399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115200  ESP32 ↔ ROS2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명령 파싱 &amp; 상태 수신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560320" y="1078992"/>
            <a:ext cx="4828032" cy="768096"/>
          </a:xfrm>
          <a:prstGeom prst="rect">
            <a:avLst/>
          </a:prstGeom>
          <a:solidFill>
            <a:srgbClr val="1A5276"/>
          </a:solidFill>
          <a:ln/>
          <a:effectLst>
            <a:outerShdw sx="100000" sy="100000" kx="0" ky="0" algn="bl" rotWithShape="0" blurRad="635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633472" y="1124712"/>
            <a:ext cx="4681728" cy="291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cam_yolo_node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51760" y="1401592"/>
            <a:ext cx="4645152" cy="399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YOLOv8s  10-class  RTX 4060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+ conf + area 필터 → /traffic_sign_topic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560320" y="2066544"/>
            <a:ext cx="4828032" cy="768096"/>
          </a:xfrm>
          <a:prstGeom prst="rect">
            <a:avLst/>
          </a:prstGeom>
          <a:solidFill>
            <a:srgbClr val="1A5276"/>
          </a:solidFill>
          <a:ln/>
          <a:effectLst>
            <a:outerShdw sx="100000" sy="100000" kx="0" ky="0" algn="bl" rotWithShape="0" blurRad="63500" dist="25400" dir="81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633472" y="2112264"/>
            <a:ext cx="4681728" cy="291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cam_line_node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651760" y="2389144"/>
            <a:ext cx="4645152" cy="399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마스킹  노란/검은선 검출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중앙선 오차 계산 → /vision_status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560320" y="3054096"/>
            <a:ext cx="4828032" cy="768096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63500" dist="25400" dir="81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633472" y="3099816"/>
            <a:ext cx="4681728" cy="291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brain_node  (FSM)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651760" y="3376696"/>
            <a:ext cx="4645152" cy="399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CRUISE ↔ AVOID  PID 조향 연산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에러 기반 시퀀스 → /esp_command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790688" y="2240280"/>
            <a:ext cx="1207008" cy="896112"/>
          </a:xfrm>
          <a:prstGeom prst="rect">
            <a:avLst/>
          </a:prstGeom>
          <a:solidFill>
            <a:srgbClr val="1E5C3A"/>
          </a:solidFill>
          <a:ln/>
          <a:effectLst>
            <a:outerShdw sx="100000" sy="100000" kx="0" ky="0" algn="bl" rotWithShape="0" blurRad="63500" dist="25400" dir="810000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863840" y="2286000"/>
            <a:ext cx="1060704" cy="340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882128" y="2616647"/>
            <a:ext cx="1024128" cy="465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모터/IMU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인코더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UART→PWM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221992" y="1463040"/>
            <a:ext cx="320040" cy="0"/>
          </a:xfrm>
          <a:prstGeom prst="line">
            <a:avLst/>
          </a:prstGeom>
          <a:noFill/>
          <a:ln w="22860">
            <a:solidFill>
              <a:srgbClr val="22D3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14016" y="1371600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2221992" y="1289304"/>
            <a:ext cx="1600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/image_raw/compressed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221992" y="2450592"/>
            <a:ext cx="320040" cy="0"/>
          </a:xfrm>
          <a:prstGeom prst="line">
            <a:avLst/>
          </a:prstGeom>
          <a:noFill/>
          <a:ln w="22860">
            <a:solidFill>
              <a:srgbClr val="22D3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14016" y="235915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2221992" y="2286000"/>
            <a:ext cx="1600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/image_raw/compressed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221992" y="2450592"/>
            <a:ext cx="155448" cy="0"/>
          </a:xfrm>
          <a:prstGeom prst="line">
            <a:avLst/>
          </a:prstGeom>
          <a:noFill/>
          <a:ln w="22860">
            <a:solidFill>
              <a:srgbClr val="F59E0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377440" y="2450592"/>
            <a:ext cx="0" cy="987552"/>
          </a:xfrm>
          <a:prstGeom prst="line">
            <a:avLst/>
          </a:prstGeom>
          <a:noFill/>
          <a:ln w="22860">
            <a:solidFill>
              <a:srgbClr val="F59E0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77440" y="3438144"/>
            <a:ext cx="164592" cy="0"/>
          </a:xfrm>
          <a:prstGeom prst="line">
            <a:avLst/>
          </a:prstGeom>
          <a:noFill/>
          <a:ln w="2286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414016" y="3346704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2221992" y="2084832"/>
            <a:ext cx="1600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/obstacle_status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949440" y="1847088"/>
            <a:ext cx="0" cy="1188720"/>
          </a:xfrm>
          <a:prstGeom prst="line">
            <a:avLst/>
          </a:prstGeom>
          <a:noFill/>
          <a:ln w="22860">
            <a:solidFill>
              <a:srgbClr val="22C55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67144" y="2898648"/>
            <a:ext cx="1645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967728" y="2103120"/>
            <a:ext cx="1600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/traffic_sign_topic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840480" y="2834640"/>
            <a:ext cx="0" cy="201168"/>
          </a:xfrm>
          <a:prstGeom prst="line">
            <a:avLst/>
          </a:prstGeom>
          <a:noFill/>
          <a:ln w="22860">
            <a:solidFill>
              <a:srgbClr val="22C55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758184" y="2898648"/>
            <a:ext cx="1645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3858768" y="2834640"/>
            <a:ext cx="1600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/vision_status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2221992" y="3438144"/>
            <a:ext cx="338328" cy="0"/>
          </a:xfrm>
          <a:prstGeom prst="line">
            <a:avLst/>
          </a:prstGeom>
          <a:noFill/>
          <a:ln w="22860">
            <a:solidFill>
              <a:srgbClr val="F8717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103120" y="3355848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2221992" y="3602736"/>
            <a:ext cx="1600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/esp_command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388352" y="2688336"/>
            <a:ext cx="384048" cy="0"/>
          </a:xfrm>
          <a:prstGeom prst="line">
            <a:avLst/>
          </a:prstGeom>
          <a:noFill/>
          <a:ln w="22860">
            <a:solidFill>
              <a:srgbClr val="F8717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644384" y="2596896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7388352" y="2505456"/>
            <a:ext cx="1600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UART TX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7388352" y="2852928"/>
            <a:ext cx="384048" cy="0"/>
          </a:xfrm>
          <a:prstGeom prst="line">
            <a:avLst/>
          </a:prstGeom>
          <a:noFill/>
          <a:ln w="16510">
            <a:solidFill>
              <a:srgbClr val="94A3B8"/>
            </a:solidFill>
            <a:prstDash val="dash"/>
          </a:ln>
        </p:spPr>
      </p:sp>
      <p:sp>
        <p:nvSpPr>
          <p:cNvPr id="56" name="Text 54"/>
          <p:cNvSpPr/>
          <p:nvPr/>
        </p:nvSpPr>
        <p:spPr>
          <a:xfrm>
            <a:off x="7278624" y="277063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7388352" y="2871216"/>
            <a:ext cx="1600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/esp_status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2834640" y="3054096"/>
            <a:ext cx="0" cy="-237744"/>
          </a:xfrm>
          <a:prstGeom prst="line">
            <a:avLst/>
          </a:prstGeom>
          <a:noFill/>
          <a:ln w="16510">
            <a:solidFill>
              <a:srgbClr val="C084FC"/>
            </a:solidFill>
            <a:prstDash val="sysDash"/>
          </a:ln>
        </p:spPr>
      </p:sp>
      <p:sp>
        <p:nvSpPr>
          <p:cNvPr id="59" name="Text 57"/>
          <p:cNvSpPr/>
          <p:nvPr/>
        </p:nvSpPr>
        <p:spPr>
          <a:xfrm>
            <a:off x="2752344" y="2779776"/>
            <a:ext cx="146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2578608" y="2798064"/>
            <a:ext cx="1600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/control_state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73152" y="5029200"/>
            <a:ext cx="8997696" cy="292608"/>
          </a:xfrm>
          <a:prstGeom prst="rect">
            <a:avLst/>
          </a:prstGeom>
          <a:solidFill>
            <a:srgbClr val="060F1A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28600" y="5175504"/>
            <a:ext cx="201168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84632" y="509320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 스트림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1719072" y="5175504"/>
            <a:ext cx="201168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975104" y="509320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비전 감지 결과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3209544" y="5175504"/>
            <a:ext cx="201168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465576" y="509320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장애물 상태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4700016" y="5175504"/>
            <a:ext cx="201168" cy="0"/>
          </a:xfrm>
          <a:prstGeom prst="line">
            <a:avLst/>
          </a:prstGeom>
          <a:noFill/>
          <a:ln w="25400">
            <a:solidFill>
              <a:srgbClr val="F8717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956048" y="509320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모터 제어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6190488" y="5175504"/>
            <a:ext cx="201168" cy="0"/>
          </a:xfrm>
          <a:prstGeom prst="line">
            <a:avLst/>
          </a:prstGeom>
          <a:noFill/>
          <a:ln w="25400">
            <a:solidFill>
              <a:srgbClr val="C084F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446520" y="509320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피드백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7680960" y="5175504"/>
            <a:ext cx="20116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936992" y="509320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상태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2026-06-09T01:20:54Z</dcterms:created>
  <dcterms:modified xsi:type="dcterms:W3CDTF">2026-06-09T01:20:54Z</dcterms:modified>
</cp:coreProperties>
</file>